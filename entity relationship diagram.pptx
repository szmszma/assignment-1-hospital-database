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0A357-5ABC-4418-9301-E90407B9BEC2}" v="3" dt="2026-06-14T21:49:29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17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am Ali" userId="13748403753f78a8" providerId="LiveId" clId="{A87CDA55-42A6-4733-9AF0-1B94477D6884}"/>
    <pc:docChg chg="modSld">
      <pc:chgData name="Samsam Ali" userId="13748403753f78a8" providerId="LiveId" clId="{A87CDA55-42A6-4733-9AF0-1B94477D6884}" dt="2026-06-14T22:09:10.330" v="199" actId="1076"/>
      <pc:docMkLst>
        <pc:docMk/>
      </pc:docMkLst>
      <pc:sldChg chg="addSp modSp mod">
        <pc:chgData name="Samsam Ali" userId="13748403753f78a8" providerId="LiveId" clId="{A87CDA55-42A6-4733-9AF0-1B94477D6884}" dt="2026-06-14T22:09:10.330" v="199" actId="1076"/>
        <pc:sldMkLst>
          <pc:docMk/>
          <pc:sldMk cId="1607774809" sldId="256"/>
        </pc:sldMkLst>
        <pc:spChg chg="add mod">
          <ac:chgData name="Samsam Ali" userId="13748403753f78a8" providerId="LiveId" clId="{A87CDA55-42A6-4733-9AF0-1B94477D6884}" dt="2026-06-14T21:50:34.522" v="135" actId="14100"/>
          <ac:spMkLst>
            <pc:docMk/>
            <pc:sldMk cId="1607774809" sldId="256"/>
            <ac:spMk id="9" creationId="{5D5CB320-89E7-8215-9928-7F43E78533BA}"/>
          </ac:spMkLst>
        </pc:spChg>
        <pc:spChg chg="add mod">
          <ac:chgData name="Samsam Ali" userId="13748403753f78a8" providerId="LiveId" clId="{A87CDA55-42A6-4733-9AF0-1B94477D6884}" dt="2026-06-14T21:49:55.070" v="127" actId="404"/>
          <ac:spMkLst>
            <pc:docMk/>
            <pc:sldMk cId="1607774809" sldId="256"/>
            <ac:spMk id="12" creationId="{DE6F3935-9858-598E-5130-6AB2BF1C1F08}"/>
          </ac:spMkLst>
        </pc:spChg>
        <pc:spChg chg="mod">
          <ac:chgData name="Samsam Ali" userId="13748403753f78a8" providerId="LiveId" clId="{A87CDA55-42A6-4733-9AF0-1B94477D6884}" dt="2026-06-14T21:50:42.473" v="138" actId="688"/>
          <ac:spMkLst>
            <pc:docMk/>
            <pc:sldMk cId="1607774809" sldId="256"/>
            <ac:spMk id="27" creationId="{D3AE5E06-3759-A417-A2CB-97F830E4C311}"/>
          </ac:spMkLst>
        </pc:spChg>
        <pc:spChg chg="add mod">
          <ac:chgData name="Samsam Ali" userId="13748403753f78a8" providerId="LiveId" clId="{A87CDA55-42A6-4733-9AF0-1B94477D6884}" dt="2026-06-13T20:50:48.841" v="54" actId="20577"/>
          <ac:spMkLst>
            <pc:docMk/>
            <pc:sldMk cId="1607774809" sldId="256"/>
            <ac:spMk id="53" creationId="{43FD678B-00FB-8D75-139F-92E02CCCD3C5}"/>
          </ac:spMkLst>
        </pc:spChg>
        <pc:graphicFrameChg chg="mod modGraphic">
          <ac:chgData name="Samsam Ali" userId="13748403753f78a8" providerId="LiveId" clId="{A87CDA55-42A6-4733-9AF0-1B94477D6884}" dt="2026-06-14T21:50:03.785" v="129" actId="1076"/>
          <ac:graphicFrameMkLst>
            <pc:docMk/>
            <pc:sldMk cId="1607774809" sldId="256"/>
            <ac:graphicFrameMk id="4" creationId="{E876F8CD-42E1-3CE5-BB50-4F709111FBB5}"/>
          </ac:graphicFrameMkLst>
        </pc:graphicFrameChg>
        <pc:graphicFrameChg chg="mod modGraphic">
          <ac:chgData name="Samsam Ali" userId="13748403753f78a8" providerId="LiveId" clId="{A87CDA55-42A6-4733-9AF0-1B94477D6884}" dt="2026-06-14T22:08:51.616" v="156" actId="20577"/>
          <ac:graphicFrameMkLst>
            <pc:docMk/>
            <pc:sldMk cId="1607774809" sldId="256"/>
            <ac:graphicFrameMk id="6" creationId="{BB4B505C-ADD3-326D-E896-CA48C5C6F297}"/>
          </ac:graphicFrameMkLst>
        </pc:graphicFrameChg>
        <pc:graphicFrameChg chg="mod modGraphic">
          <ac:chgData name="Samsam Ali" userId="13748403753f78a8" providerId="LiveId" clId="{A87CDA55-42A6-4733-9AF0-1B94477D6884}" dt="2026-06-14T22:09:10.330" v="199" actId="1076"/>
          <ac:graphicFrameMkLst>
            <pc:docMk/>
            <pc:sldMk cId="1607774809" sldId="256"/>
            <ac:graphicFrameMk id="8" creationId="{3228BD2E-0857-BB4F-DB20-9BFC912C1BDE}"/>
          </ac:graphicFrameMkLst>
        </pc:graphicFrameChg>
        <pc:graphicFrameChg chg="mod modGraphic">
          <ac:chgData name="Samsam Ali" userId="13748403753f78a8" providerId="LiveId" clId="{A87CDA55-42A6-4733-9AF0-1B94477D6884}" dt="2026-06-14T22:08:56.320" v="170" actId="20577"/>
          <ac:graphicFrameMkLst>
            <pc:docMk/>
            <pc:sldMk cId="1607774809" sldId="256"/>
            <ac:graphicFrameMk id="10" creationId="{5A5C7784-7547-1A3C-8167-C5D13D7A0989}"/>
          </ac:graphicFrameMkLst>
        </pc:graphicFrameChg>
        <pc:cxnChg chg="add mod">
          <ac:chgData name="Samsam Ali" userId="13748403753f78a8" providerId="LiveId" clId="{A87CDA55-42A6-4733-9AF0-1B94477D6884}" dt="2026-06-14T21:50:23.116" v="132" actId="14100"/>
          <ac:cxnSpMkLst>
            <pc:docMk/>
            <pc:sldMk cId="1607774809" sldId="256"/>
            <ac:cxnSpMk id="2" creationId="{0A7F5345-A983-64AD-5A4A-ACA7E690EF4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31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72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5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85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84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7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110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60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14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039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83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0308E9-FBF7-4EED-A172-3E424005BE29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4A83C-C607-4DF1-A74B-935791840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983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76F8CD-42E1-3CE5-BB50-4F709111F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177750"/>
              </p:ext>
            </p:extLst>
          </p:nvPr>
        </p:nvGraphicFramePr>
        <p:xfrm>
          <a:off x="231165" y="1119827"/>
          <a:ext cx="2507786" cy="3743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786">
                  <a:extLst>
                    <a:ext uri="{9D8B030D-6E8A-4147-A177-3AD203B41FA5}">
                      <a16:colId xmlns:a16="http://schemas.microsoft.com/office/drawing/2014/main" val="47102640"/>
                    </a:ext>
                  </a:extLst>
                </a:gridCol>
              </a:tblGrid>
              <a:tr h="475917">
                <a:tc>
                  <a:txBody>
                    <a:bodyPr/>
                    <a:lstStyle/>
                    <a:p>
                      <a:r>
                        <a:rPr lang="en-GB" sz="2800" dirty="0"/>
                        <a:t>Hospitals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32633273"/>
                  </a:ext>
                </a:extLst>
              </a:tr>
              <a:tr h="475917">
                <a:tc>
                  <a:txBody>
                    <a:bodyPr/>
                    <a:lstStyle/>
                    <a:p>
                      <a:r>
                        <a:rPr lang="en-GB" sz="2300" dirty="0" err="1"/>
                        <a:t>Hospital_id</a:t>
                      </a:r>
                      <a:r>
                        <a:rPr lang="en-GB" sz="2300" dirty="0"/>
                        <a:t> (PK)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1629512812"/>
                  </a:ext>
                </a:extLst>
              </a:tr>
              <a:tr h="475917">
                <a:tc>
                  <a:txBody>
                    <a:bodyPr/>
                    <a:lstStyle/>
                    <a:p>
                      <a:r>
                        <a:rPr lang="en-GB" sz="2300" dirty="0"/>
                        <a:t>Name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416650657"/>
                  </a:ext>
                </a:extLst>
              </a:tr>
              <a:tr h="475917">
                <a:tc>
                  <a:txBody>
                    <a:bodyPr/>
                    <a:lstStyle/>
                    <a:p>
                      <a:r>
                        <a:rPr lang="en-GB" sz="2300" dirty="0"/>
                        <a:t>Address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821790379"/>
                  </a:ext>
                </a:extLst>
              </a:tr>
              <a:tr h="475917">
                <a:tc>
                  <a:txBody>
                    <a:bodyPr/>
                    <a:lstStyle/>
                    <a:p>
                      <a:r>
                        <a:rPr lang="en-GB" sz="2300" dirty="0"/>
                        <a:t>Size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074957551"/>
                  </a:ext>
                </a:extLst>
              </a:tr>
              <a:tr h="475917">
                <a:tc>
                  <a:txBody>
                    <a:bodyPr/>
                    <a:lstStyle/>
                    <a:p>
                      <a:r>
                        <a:rPr lang="en-GB" sz="2300" dirty="0"/>
                        <a:t>Type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686113626"/>
                  </a:ext>
                </a:extLst>
              </a:tr>
              <a:tr h="705477">
                <a:tc>
                  <a:txBody>
                    <a:bodyPr/>
                    <a:lstStyle/>
                    <a:p>
                      <a:r>
                        <a:rPr lang="en-GB" sz="2300" dirty="0" err="1"/>
                        <a:t>Accreditation_status</a:t>
                      </a:r>
                      <a:endParaRPr lang="en-GB" sz="2300" dirty="0"/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35420755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4B505C-ADD3-326D-E896-CA48C5C6F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03438"/>
              </p:ext>
            </p:extLst>
          </p:nvPr>
        </p:nvGraphicFramePr>
        <p:xfrm>
          <a:off x="3444079" y="4434089"/>
          <a:ext cx="2507786" cy="4001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786">
                  <a:extLst>
                    <a:ext uri="{9D8B030D-6E8A-4147-A177-3AD203B41FA5}">
                      <a16:colId xmlns:a16="http://schemas.microsoft.com/office/drawing/2014/main" val="47102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3200" dirty="0"/>
                        <a:t>Doctors</a:t>
                      </a:r>
                      <a:endParaRPr lang="en-GB" sz="2300" dirty="0"/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32633273"/>
                  </a:ext>
                </a:extLst>
              </a:tr>
              <a:tr h="515382">
                <a:tc>
                  <a:txBody>
                    <a:bodyPr/>
                    <a:lstStyle/>
                    <a:p>
                      <a:r>
                        <a:rPr lang="en-GB" sz="2300" dirty="0" err="1"/>
                        <a:t>Doctor_id</a:t>
                      </a:r>
                      <a:r>
                        <a:rPr lang="en-GB" sz="2300" dirty="0"/>
                        <a:t> (PK)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1629512812"/>
                  </a:ext>
                </a:extLst>
              </a:tr>
              <a:tr h="515382">
                <a:tc>
                  <a:txBody>
                    <a:bodyPr/>
                    <a:lstStyle/>
                    <a:p>
                      <a:r>
                        <a:rPr lang="en-GB" sz="2300" dirty="0"/>
                        <a:t>Name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416650657"/>
                  </a:ext>
                </a:extLst>
              </a:tr>
              <a:tr h="515382">
                <a:tc>
                  <a:txBody>
                    <a:bodyPr/>
                    <a:lstStyle/>
                    <a:p>
                      <a:r>
                        <a:rPr lang="en-GB" sz="2300" dirty="0" err="1"/>
                        <a:t>Date_of_birth</a:t>
                      </a:r>
                      <a:endParaRPr lang="en-GB" sz="2300" dirty="0"/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821790379"/>
                  </a:ext>
                </a:extLst>
              </a:tr>
              <a:tr h="515382">
                <a:tc>
                  <a:txBody>
                    <a:bodyPr/>
                    <a:lstStyle/>
                    <a:p>
                      <a:r>
                        <a:rPr lang="en-GB" sz="2300" dirty="0"/>
                        <a:t>Address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074957551"/>
                  </a:ext>
                </a:extLst>
              </a:tr>
              <a:tr h="515382">
                <a:tc>
                  <a:txBody>
                    <a:bodyPr/>
                    <a:lstStyle/>
                    <a:p>
                      <a:r>
                        <a:rPr lang="en-GB" sz="2300" dirty="0"/>
                        <a:t>Role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686113626"/>
                  </a:ext>
                </a:extLst>
              </a:tr>
              <a:tr h="515382">
                <a:tc>
                  <a:txBody>
                    <a:bodyPr/>
                    <a:lstStyle/>
                    <a:p>
                      <a:r>
                        <a:rPr lang="en-GB" sz="2300" dirty="0" err="1"/>
                        <a:t>Hospital_id</a:t>
                      </a:r>
                      <a:r>
                        <a:rPr lang="en-GB" sz="2300" dirty="0"/>
                        <a:t> (FK ref hospitals)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354207559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28BD2E-0857-BB4F-DB20-9BFC912C1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156799"/>
              </p:ext>
            </p:extLst>
          </p:nvPr>
        </p:nvGraphicFramePr>
        <p:xfrm>
          <a:off x="9857065" y="4863508"/>
          <a:ext cx="2713370" cy="4595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370">
                  <a:extLst>
                    <a:ext uri="{9D8B030D-6E8A-4147-A177-3AD203B41FA5}">
                      <a16:colId xmlns:a16="http://schemas.microsoft.com/office/drawing/2014/main" val="47102640"/>
                    </a:ext>
                  </a:extLst>
                </a:gridCol>
              </a:tblGrid>
              <a:tr h="536483">
                <a:tc>
                  <a:txBody>
                    <a:bodyPr/>
                    <a:lstStyle/>
                    <a:p>
                      <a:r>
                        <a:rPr lang="en-GB" sz="2800" dirty="0"/>
                        <a:t>Prescriptions</a:t>
                      </a:r>
                      <a:endParaRPr lang="en-GB" sz="2300" dirty="0"/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32633273"/>
                  </a:ext>
                </a:extLst>
              </a:tr>
              <a:tr h="937706">
                <a:tc>
                  <a:txBody>
                    <a:bodyPr/>
                    <a:lstStyle/>
                    <a:p>
                      <a:r>
                        <a:rPr lang="en-GB" sz="2300" dirty="0" err="1"/>
                        <a:t>Prescription_id</a:t>
                      </a:r>
                      <a:r>
                        <a:rPr lang="en-GB" sz="2300" dirty="0"/>
                        <a:t> (PK)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1629512812"/>
                  </a:ext>
                </a:extLst>
              </a:tr>
              <a:tr h="536483">
                <a:tc>
                  <a:txBody>
                    <a:bodyPr/>
                    <a:lstStyle/>
                    <a:p>
                      <a:r>
                        <a:rPr lang="en-GB" sz="2300" dirty="0"/>
                        <a:t>Patient_id (FK ref patients)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416650657"/>
                  </a:ext>
                </a:extLst>
              </a:tr>
              <a:tr h="536483">
                <a:tc>
                  <a:txBody>
                    <a:bodyPr/>
                    <a:lstStyle/>
                    <a:p>
                      <a:r>
                        <a:rPr lang="en-GB" sz="2300" dirty="0"/>
                        <a:t>Doctor_id (FK ref doctors)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821790379"/>
                  </a:ext>
                </a:extLst>
              </a:tr>
              <a:tr h="536483">
                <a:tc>
                  <a:txBody>
                    <a:bodyPr/>
                    <a:lstStyle/>
                    <a:p>
                      <a:r>
                        <a:rPr lang="en-GB" sz="2300" dirty="0"/>
                        <a:t>Medication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074957551"/>
                  </a:ext>
                </a:extLst>
              </a:tr>
              <a:tr h="937706">
                <a:tc>
                  <a:txBody>
                    <a:bodyPr/>
                    <a:lstStyle/>
                    <a:p>
                      <a:r>
                        <a:rPr lang="en-GB" sz="2300" dirty="0" err="1"/>
                        <a:t>Prescription_date</a:t>
                      </a:r>
                      <a:endParaRPr lang="en-GB" sz="2300" dirty="0"/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68611362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A5C7784-7547-1A3C-8167-C5D13D7A0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109177"/>
              </p:ext>
            </p:extLst>
          </p:nvPr>
        </p:nvGraphicFramePr>
        <p:xfrm>
          <a:off x="7009673" y="1119827"/>
          <a:ext cx="2236713" cy="4215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713">
                  <a:extLst>
                    <a:ext uri="{9D8B030D-6E8A-4147-A177-3AD203B41FA5}">
                      <a16:colId xmlns:a16="http://schemas.microsoft.com/office/drawing/2014/main" val="47102640"/>
                    </a:ext>
                  </a:extLst>
                </a:gridCol>
              </a:tblGrid>
              <a:tr h="558018">
                <a:tc>
                  <a:txBody>
                    <a:bodyPr/>
                    <a:lstStyle/>
                    <a:p>
                      <a:r>
                        <a:rPr lang="en-GB" sz="3200" dirty="0"/>
                        <a:t>Patients</a:t>
                      </a:r>
                      <a:endParaRPr lang="en-GB" sz="2300" dirty="0"/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32633273"/>
                  </a:ext>
                </a:extLst>
              </a:tr>
              <a:tr h="558018">
                <a:tc>
                  <a:txBody>
                    <a:bodyPr/>
                    <a:lstStyle/>
                    <a:p>
                      <a:r>
                        <a:rPr lang="en-GB" sz="2300" dirty="0" err="1"/>
                        <a:t>Person_id</a:t>
                      </a:r>
                      <a:r>
                        <a:rPr lang="en-GB" sz="2300" dirty="0"/>
                        <a:t> (PK)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1629512812"/>
                  </a:ext>
                </a:extLst>
              </a:tr>
              <a:tr h="558018">
                <a:tc>
                  <a:txBody>
                    <a:bodyPr/>
                    <a:lstStyle/>
                    <a:p>
                      <a:r>
                        <a:rPr lang="en-GB" sz="2300" dirty="0"/>
                        <a:t>Name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416650657"/>
                  </a:ext>
                </a:extLst>
              </a:tr>
              <a:tr h="558018">
                <a:tc>
                  <a:txBody>
                    <a:bodyPr/>
                    <a:lstStyle/>
                    <a:p>
                      <a:r>
                        <a:rPr lang="en-GB" sz="2300" dirty="0" err="1"/>
                        <a:t>Date_of_birth</a:t>
                      </a:r>
                      <a:endParaRPr lang="en-GB" sz="2300" dirty="0"/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821790379"/>
                  </a:ext>
                </a:extLst>
              </a:tr>
              <a:tr h="558018">
                <a:tc>
                  <a:txBody>
                    <a:bodyPr/>
                    <a:lstStyle/>
                    <a:p>
                      <a:r>
                        <a:rPr lang="en-GB" sz="2300" dirty="0"/>
                        <a:t>Address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2074957551"/>
                  </a:ext>
                </a:extLst>
              </a:tr>
              <a:tr h="558018">
                <a:tc>
                  <a:txBody>
                    <a:bodyPr/>
                    <a:lstStyle/>
                    <a:p>
                      <a:r>
                        <a:rPr lang="en-GB" sz="2300" dirty="0"/>
                        <a:t>Role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686113626"/>
                  </a:ext>
                </a:extLst>
              </a:tr>
              <a:tr h="558018">
                <a:tc>
                  <a:txBody>
                    <a:bodyPr/>
                    <a:lstStyle/>
                    <a:p>
                      <a:r>
                        <a:rPr lang="en-GB" sz="2300" dirty="0"/>
                        <a:t>Doctor_id (FK ref doctors)</a:t>
                      </a:r>
                    </a:p>
                  </a:txBody>
                  <a:tcPr marL="118169" marR="118169" marT="59084" marB="59084"/>
                </a:tc>
                <a:extLst>
                  <a:ext uri="{0D108BD9-81ED-4DB2-BD59-A6C34878D82A}">
                    <a16:rowId xmlns:a16="http://schemas.microsoft.com/office/drawing/2014/main" val="3542075591"/>
                  </a:ext>
                </a:extLst>
              </a:tr>
            </a:tbl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88C21D-FB53-592F-F4B5-F728C8AF8FBB}"/>
              </a:ext>
            </a:extLst>
          </p:cNvPr>
          <p:cNvCxnSpPr>
            <a:cxnSpLocks/>
          </p:cNvCxnSpPr>
          <p:nvPr/>
        </p:nvCxnSpPr>
        <p:spPr>
          <a:xfrm>
            <a:off x="2865567" y="2256805"/>
            <a:ext cx="384305" cy="21265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3AE5E06-3759-A417-A2CB-97F830E4C311}"/>
              </a:ext>
            </a:extLst>
          </p:cNvPr>
          <p:cNvSpPr txBox="1"/>
          <p:nvPr/>
        </p:nvSpPr>
        <p:spPr>
          <a:xfrm rot="4578310">
            <a:off x="2677561" y="3283500"/>
            <a:ext cx="20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 : *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B1571D-F073-F2A1-CA92-BF7EC533E3DA}"/>
              </a:ext>
            </a:extLst>
          </p:cNvPr>
          <p:cNvSpPr txBox="1"/>
          <p:nvPr/>
        </p:nvSpPr>
        <p:spPr>
          <a:xfrm rot="17504575">
            <a:off x="5578407" y="2849769"/>
            <a:ext cx="1322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 : *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F8CBDD-93A8-C1F8-3087-A5F529390E84}"/>
              </a:ext>
            </a:extLst>
          </p:cNvPr>
          <p:cNvCxnSpPr>
            <a:cxnSpLocks/>
          </p:cNvCxnSpPr>
          <p:nvPr/>
        </p:nvCxnSpPr>
        <p:spPr>
          <a:xfrm>
            <a:off x="9346342" y="3635339"/>
            <a:ext cx="267064" cy="2254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D37376-4E2F-5936-272E-251F03ED065A}"/>
              </a:ext>
            </a:extLst>
          </p:cNvPr>
          <p:cNvCxnSpPr>
            <a:cxnSpLocks/>
          </p:cNvCxnSpPr>
          <p:nvPr/>
        </p:nvCxnSpPr>
        <p:spPr>
          <a:xfrm flipV="1">
            <a:off x="6168776" y="2546014"/>
            <a:ext cx="714281" cy="2002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F149D2E-9FF3-6607-AE98-782B92E1BC35}"/>
              </a:ext>
            </a:extLst>
          </p:cNvPr>
          <p:cNvSpPr txBox="1"/>
          <p:nvPr/>
        </p:nvSpPr>
        <p:spPr>
          <a:xfrm rot="5113260">
            <a:off x="9004008" y="4569767"/>
            <a:ext cx="1322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 : *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FD678B-00FB-8D75-139F-92E02CCCD3C5}"/>
              </a:ext>
            </a:extLst>
          </p:cNvPr>
          <p:cNvSpPr txBox="1"/>
          <p:nvPr/>
        </p:nvSpPr>
        <p:spPr>
          <a:xfrm>
            <a:off x="241337" y="7738759"/>
            <a:ext cx="1524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PK = patient key</a:t>
            </a:r>
          </a:p>
          <a:p>
            <a:r>
              <a:rPr lang="en-GB" dirty="0"/>
              <a:t>FK = foreign key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7F5345-A983-64AD-5A4A-ACA7E690EF46}"/>
              </a:ext>
            </a:extLst>
          </p:cNvPr>
          <p:cNvCxnSpPr>
            <a:cxnSpLocks/>
          </p:cNvCxnSpPr>
          <p:nvPr/>
        </p:nvCxnSpPr>
        <p:spPr>
          <a:xfrm>
            <a:off x="6233835" y="6786563"/>
            <a:ext cx="3379571" cy="1349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D5CB320-89E7-8215-9928-7F43E78533BA}"/>
              </a:ext>
            </a:extLst>
          </p:cNvPr>
          <p:cNvSpPr txBox="1"/>
          <p:nvPr/>
        </p:nvSpPr>
        <p:spPr>
          <a:xfrm rot="274950">
            <a:off x="7027124" y="6182597"/>
            <a:ext cx="2219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 : 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3935-9858-598E-5130-6AB2BF1C1F08}"/>
              </a:ext>
            </a:extLst>
          </p:cNvPr>
          <p:cNvSpPr txBox="1"/>
          <p:nvPr/>
        </p:nvSpPr>
        <p:spPr>
          <a:xfrm>
            <a:off x="3410759" y="103854"/>
            <a:ext cx="5447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ENTITY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160777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110</Words>
  <Application>Microsoft Office PowerPoint</Application>
  <PresentationFormat>A3 Paper (297x420 mm)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Samsam Ali</dc:creator>
  <cp:lastModifiedBy>Samsam Ali</cp:lastModifiedBy>
  <cp:revision>1</cp:revision>
  <dcterms:created xsi:type="dcterms:W3CDTF">2026-06-13T18:55:08Z</dcterms:created>
  <dcterms:modified xsi:type="dcterms:W3CDTF">2026-06-14T22:09:13Z</dcterms:modified>
</cp:coreProperties>
</file>